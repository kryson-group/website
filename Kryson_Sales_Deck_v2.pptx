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KRYSON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614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9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4290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fix where your revenue leaks.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install what makes it repeat."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Agency Growth Problem.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unpredictable.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months happen. But they don't repeat. There is no system underneath the growth — it runs on the founder's effort and pipeline luck.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 is the bottleneck.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deal, every call, every proposal still flows through one person. The business cannot grow faster than that person's calendar allows.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sales process is invisible.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stages. No follow-up cadence. No way to see where deals are stalling or why they go quiet. Decisions are made on gut, not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Growth Ceiling Is Not a Lead Problem.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System Failure.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408176"/>
            <a:ext cx="0" cy="2926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08176"/>
            <a:ext cx="0" cy="2926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0817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never receive a follow-up within the critical first hour, drastically reducing conversion probability.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40817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loss in B2B is caused directly by poor qualification and structural process gaps — not lead volume.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40817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$3M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ARR ceiling for founder-led sales before an installed revenue architecture becomes essential for scale.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 — Delivered in Three Phases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484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Leaks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diagnose exactly where revenue is being lost across your full commercial journey — from lead to close. You get a Revenue Leak Map by end of week one.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3898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484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337560" y="2157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System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337560" y="28529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rebuild the highest-leverage parts of your conversion process first. Discovery framework, proposal structure, follow-up cadence — whatever the audit identifies as the biggest leak.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3898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484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172200" y="2157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 Fuel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72200" y="28529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system converts, we bring in commission-only reps to run it at volume. Not before. A proven process they execute — not a broken one they inherit.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Kryson Process.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follows the same diagnostic-first methodology. What changes is what we find and what we fix.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1828800" cy="26974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81328"/>
            <a:ext cx="1828800" cy="54864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45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86537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 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source 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Speed-to-lead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criteria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465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&amp; pipeline 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 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5611" y="2692908"/>
            <a:ext cx="20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24328" y="1481328"/>
            <a:ext cx="1828800" cy="26974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4328" y="1481328"/>
            <a:ext cx="1828800" cy="54864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1645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61488" y="186537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61488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framework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61488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structure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61488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61488" y="3465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design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61488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setup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97019" y="2692908"/>
            <a:ext cx="20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45736" y="1481328"/>
            <a:ext cx="1828800" cy="26974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45736" y="1481328"/>
            <a:ext cx="1828800" cy="54864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645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2896" y="186537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82896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founder call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2896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 training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82896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3465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accountability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82896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system 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18427" y="2692908"/>
            <a:ext cx="20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67144" y="1481328"/>
            <a:ext cx="1828800" cy="26974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67144" y="1481328"/>
            <a:ext cx="1828800" cy="54864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4" y="1645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04304" y="186537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Reps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04304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Commission-only hires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04304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onboarding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04304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training cadence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04304" y="3465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04304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off the calls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Get Started.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8321040" cy="0"/>
          </a:xfrm>
          <a:prstGeom prst="line">
            <a:avLst/>
          </a:prstGeom>
          <a:noFill/>
          <a:ln w="19050">
            <a:solidFill>
              <a:srgbClr val="C9A2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066544"/>
            <a:ext cx="256032" cy="256032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140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Fit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goals, current bottlenecks, and the commitment required to install the architecture.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98064" y="2066544"/>
            <a:ext cx="256032" cy="256032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4140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Leak Audit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145536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onboarding session. CRM access. Call recordings reviewed. Revenue Leak Map delivered by Friday.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2066544"/>
            <a:ext cx="256032" cy="256032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4140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2064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145536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highest-leverage fix built and live. Discovery, proposals, or follow-up — whatever the audit identified.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78624" y="2066544"/>
            <a:ext cx="256032" cy="256032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4140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with Reps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3145536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system first. Commission-only reps installed. Group training weekly.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4165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only win when you win. Our engagement is built on aligned incentives."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"/>
            <a:ext cx="109728" cy="109728"/>
          </a:xfrm>
          <a:prstGeom prst="ellipse">
            <a:avLst/>
          </a:prstGeom>
          <a:solidFill>
            <a:srgbClr val="C94444"/>
          </a:solidFill>
          <a:ln w="12700">
            <a:solidFill>
              <a:srgbClr val="C9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DIAGNOSTIC SESSION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Look Under the Hood.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going to open your business live and diagnose exactly where revenue is leaking.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PIPELINE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stress-test your current pipeline stages, data hygiene, and deal progression.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DIAGNOSTIC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272491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identify exactly where deals are stalling and why.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423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FIXES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272491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walk away with 3–5 high-impact changes you can implement today.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Wise Enterprises — 183% Revenue Growth in 90 Days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768096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£45,000 /mo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9776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£127,500 /mo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39776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+£82,500 /mo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0" y="914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was manually handling every deal. 60% of time spent on unqualified prospects. No pipeline visibility.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423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INSTALLED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qualification gate, structured pipeline stages, hired and managed sales team with a weekly accountability cadence.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BAB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"For the first time I could see exactly what was happening in my pipeline — and fix it."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TeamCTC Ltd — 304% Revenue Growth in 60 Days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768096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£8,000 /mo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9776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£58,000 /mo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39776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+£67,000 /mo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0" y="914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lead volume but only 21% close rate. Generic proposals with no follow-up system. Inconsistent performance from the sales team.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423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INSTALLED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Pain-based discovery framework, engagement-tracked proposals, and a structured closing cadence. Close rate increased from 21% to 38%.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BAB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had the leads. We just weren't converting them. Now we are."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 Solutions — 448% Revenue Growth in 60 Days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768096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$17,500 /mo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9776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$96,000 /mo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39776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+$78,500 /mo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0" y="914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into sales metrics or channel profitability. No accountability. Inconsistent sales reps. The agency was flying blind.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423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INSTALLED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Operating System with real-time KPI dashboards, pipeline standards, and a weekly review cadence to ensure consistent execution.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BAB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went from guessing to knowing. That changed everything."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KRYSON - REVENUE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75320" y="44622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20" y="109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&amp; Partnership Model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078992"/>
            <a:ext cx="0" cy="320040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 to fund the full revenue audit, system rebuild, and architecture installation.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Audit, CRM rebuild, framework design, training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188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4813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5029200" y="25328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partnership. We earn a percentage of the new revenue generated through the installed architecture.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incremental revenue above your current baseline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165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"Our model is designed so we only profit when you do."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KRYSON</a:t>
            </a:r>
            <a:endParaRPr lang="en-US" sz="10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9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0" y="2715768"/>
            <a:ext cx="1463040" cy="36576"/>
          </a:xfrm>
          <a:prstGeom prst="rect">
            <a:avLst/>
          </a:prstGeom>
          <a:solidFill>
            <a:srgbClr val="C9A225"/>
          </a:solidFill>
          <a:ln w="12700">
            <a:solidFill>
              <a:srgbClr val="C9A2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535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 is what happens in the next 48 hours.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8130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this is the right fit.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38130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schedule your onboarding call.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38130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week one you have your Revenue Leak Map in hand.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Kryson Revenue Architecture</dc:title>
  <dc:subject>PptxGenJS Presentation</dc:subject>
  <dc:creator>PptxGenJS</dc:creator>
  <cp:lastModifiedBy>PptxGenJS</cp:lastModifiedBy>
  <cp:revision>1</cp:revision>
  <dcterms:created xsi:type="dcterms:W3CDTF">2026-03-30T21:40:06Z</dcterms:created>
  <dcterms:modified xsi:type="dcterms:W3CDTF">2026-03-30T21:40:06Z</dcterms:modified>
</cp:coreProperties>
</file>